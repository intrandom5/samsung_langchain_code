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(주)키키테크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소개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2651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기술로 연결하는 더 나은 내일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4663440" cy="100584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18872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298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설립연도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423160"/>
            <a:ext cx="4663440" cy="100584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42316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532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 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657600"/>
            <a:ext cx="4663440" cy="100584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365760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767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480억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38912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매출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503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(주)키키테크는 2015년 설립된 AI 솔루션 전문기업으로, 기업의 디지털 전환을 선도하는 혁신적인 AI 기술을 연구·개발하고 있습니다. 금융, 제조, 유통, 의료, 법률 등 다양한 산업군의 350여 개 기업 고객을 보유하고 있으며, 서울 강남구 본사를 비롯해 판교·부산 지사를 운영 중입니다.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160020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2880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980" y="2011680"/>
            <a:ext cx="457200" cy="457200"/>
          </a:xfrm>
          <a:prstGeom prst="ellipse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기술과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탐구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1408" y="1828800"/>
            <a:ext cx="1600200" cy="237744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21408" y="182880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2908" y="2011680"/>
            <a:ext cx="457200" cy="457200"/>
          </a:xfrm>
          <a:prstGeom prst="ellipse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29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21408" y="2578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21408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투명하고 책임감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파트너십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31336" y="1828800"/>
            <a:ext cx="160020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31336" y="182880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2836" y="2011680"/>
            <a:ext cx="457200" cy="457200"/>
          </a:xfrm>
          <a:prstGeom prst="ellipse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28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31336" y="2578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31336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역량의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구성원이 함께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41264" y="1828800"/>
            <a:ext cx="1600200" cy="237744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41264" y="182880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12764" y="2011680"/>
            <a:ext cx="457200" cy="457200"/>
          </a:xfrm>
          <a:prstGeom prst="ellipse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27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41264" y="2578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41264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개인과 조직이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성장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51192" y="1828800"/>
            <a:ext cx="160020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51192" y="182880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2692" y="2011680"/>
            <a:ext cx="457200" cy="457200"/>
          </a:xfrm>
          <a:prstGeom prst="ellipse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269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51192" y="2578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51192" y="2944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포용적 조직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 지향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비전: 기술로 연결하는 더 나은 내일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503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960120"/>
            <a:ext cx="2286000" cy="50292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960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대표이사 (CEO)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53712" y="1463040"/>
            <a:ext cx="36576" cy="320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783080"/>
            <a:ext cx="6766560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783080"/>
            <a:ext cx="36576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11680"/>
            <a:ext cx="1965960" cy="50292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연구개발본부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19659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RAG, 예측 모델 연구·개발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93008" y="1783080"/>
            <a:ext cx="36576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2011680"/>
            <a:ext cx="1965960" cy="502920"/>
          </a:xfrm>
          <a:prstGeom prst="rect">
            <a:avLst/>
          </a:prstGeom>
          <a:solidFill>
            <a:srgbClr val="1A6B58"/>
          </a:solidFill>
          <a:ln w="12700">
            <a:solidFill>
              <a:srgbClr val="1A6B5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7860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플랫폼개발본부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78608" y="2606040"/>
            <a:ext cx="19659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78608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플랫폼 구축 및 운영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0136" y="1783080"/>
            <a:ext cx="36576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2011680"/>
            <a:ext cx="1965960" cy="50292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45736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사업본부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45736" y="2606040"/>
            <a:ext cx="19659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5736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발굴 및 사업 확장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27264" y="1783080"/>
            <a:ext cx="36576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2864" y="2011680"/>
            <a:ext cx="1965960" cy="502920"/>
          </a:xfrm>
          <a:prstGeom prst="rect">
            <a:avLst/>
          </a:prstGeom>
          <a:solidFill>
            <a:srgbClr val="138C6A"/>
          </a:solidFill>
          <a:ln w="12700">
            <a:solidFill>
              <a:srgbClr val="138C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12864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경영지원본부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12864" y="2606040"/>
            <a:ext cx="19659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법무팀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12864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운영 및 지원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임직원 350명 | 본사(강남), 판교 지사, 부산 지사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솔루션 포트폴리오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503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5개의 핵심 AI 솔루션으로 고객사의 디지털 전환을 지원합니다.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1600200" cy="9144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444752"/>
            <a:ext cx="137160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447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기업용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플랫폼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1234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246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21408" y="1353312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21408" y="1353312"/>
            <a:ext cx="1600200" cy="914400"/>
          </a:xfrm>
          <a:prstGeom prst="rect">
            <a:avLst/>
          </a:prstGeom>
          <a:solidFill>
            <a:srgbClr val="1A6B58"/>
          </a:solidFill>
          <a:ln w="12700">
            <a:solidFill>
              <a:srgbClr val="1A6B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1136" y="1444752"/>
            <a:ext cx="137160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4447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1284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DataSight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12848" y="23774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데이터를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분석·시각화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04288" y="3154680"/>
            <a:ext cx="1234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2928" y="3246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31336" y="1353312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31336" y="1353312"/>
            <a:ext cx="1600200" cy="914400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1064" y="1444752"/>
            <a:ext cx="137160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14447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처리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22776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22776" y="23774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문서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분류·추출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14216" y="3154680"/>
            <a:ext cx="1234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22776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62856" y="3246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41264" y="1353312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41264" y="1353312"/>
            <a:ext cx="1600200" cy="914400"/>
          </a:xfrm>
          <a:prstGeom prst="rect">
            <a:avLst/>
          </a:prstGeom>
          <a:solidFill>
            <a:srgbClr val="138C6A"/>
          </a:solidFill>
          <a:ln w="12700">
            <a:solidFill>
              <a:srgbClr val="138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50992" y="1444752"/>
            <a:ext cx="137160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14447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분석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32704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PredictCore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32704" y="23774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예측 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감지 엔진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24144" y="3154680"/>
            <a:ext cx="1234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2784" y="3246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51192" y="1353312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51192" y="1353312"/>
            <a:ext cx="1600200" cy="9144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1444752"/>
            <a:ext cx="137160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14447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에이전트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42632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42632" y="23774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업무를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자동화하는 플랫폼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34072" y="3154680"/>
            <a:ext cx="1234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42632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기업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82712" y="3246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148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1월 기준 | 전 제품 온프레미스 / 클라우드 / 하이브리드 배포 지원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성과 및 도입 문의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503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01168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금융·제조·유통·의료 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960120"/>
            <a:ext cx="201168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96012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성장률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연속 달성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960120"/>
            <a:ext cx="201168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96012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45736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가용성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기준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12864" y="960120"/>
            <a:ext cx="201168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12864" y="96012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078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12864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만족도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12864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기준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프로세스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2788920"/>
            <a:ext cx="1600200" cy="50292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초기 상담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3017520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21408" y="2788920"/>
            <a:ext cx="1600200" cy="50292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기술 데모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21608" y="3017520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31336" y="2788920"/>
            <a:ext cx="1600200" cy="50292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1336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제안서 제출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31536" y="3017520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41264" y="2788920"/>
            <a:ext cx="1600200" cy="50292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계약 체결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41464" y="3017520"/>
            <a:ext cx="109728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51192" y="2788920"/>
            <a:ext cx="1600200" cy="502920"/>
          </a:xfrm>
          <a:prstGeom prst="rect">
            <a:avLst/>
          </a:prstGeom>
          <a:solidFill>
            <a:srgbClr val="F4F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2788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구현 및 교육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474720"/>
            <a:ext cx="8321040" cy="1005840"/>
          </a:xfrm>
          <a:prstGeom prst="rect">
            <a:avLst/>
          </a:prstGeom>
          <a:solidFill>
            <a:srgbClr val="0D5C4A"/>
          </a:solidFill>
          <a:ln w="12700">
            <a:solidFill>
              <a:srgbClr val="0D5C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문의  |  </a:t>
            </a:r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영업팀: 02-1234-5700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이메일: enterprise@kikitech.co.kr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웹사이트: www.kikitech.co.kr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9136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 09:00 ~ 18:00 운영  |  기술 데모 및 맞춤 제안서 무료 제공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148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2025 (주)키키테크.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2026-05-10T16:14:21Z</dcterms:created>
  <dcterms:modified xsi:type="dcterms:W3CDTF">2026-05-10T16:14:21Z</dcterms:modified>
</cp:coreProperties>
</file>